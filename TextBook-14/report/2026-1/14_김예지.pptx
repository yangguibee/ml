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4DD12-4518-A8A5-F790-41D47676A944}" v="234" dt="2026-06-04T04:10:31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0278" y="365125"/>
            <a:ext cx="10847754" cy="1198565"/>
          </a:xfrm>
        </p:spPr>
        <p:txBody>
          <a:bodyPr>
            <a:normAutofit/>
          </a:bodyPr>
          <a:lstStyle/>
          <a:p>
            <a:r>
              <a:rPr lang="ko-KR" sz="2800" b="1">
                <a:ea typeface="+mj-lt"/>
                <a:cs typeface="+mj-lt"/>
              </a:rPr>
              <a:t>전자결제 사기 탐지를 위한 신뢰도·시간 가중치 결합 부스팅 모델</a:t>
            </a:r>
            <a:endParaRPr lang="en-US" altLang="ko-KR" sz="2800" b="1">
              <a:ea typeface="맑은 고딕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F9FC39-DC04-3ADC-354F-B0CD5A9DF9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2401" y="1386010"/>
            <a:ext cx="4862429" cy="315949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2D16B3-4CAB-567A-6969-2765FE11BD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841" y="1386010"/>
            <a:ext cx="4619395" cy="315949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731176-C856-9112-74A5-29FDF9C42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970476"/>
              </p:ext>
            </p:extLst>
          </p:nvPr>
        </p:nvGraphicFramePr>
        <p:xfrm>
          <a:off x="957384" y="4913923"/>
          <a:ext cx="102642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052">
                  <a:extLst>
                    <a:ext uri="{9D8B030D-6E8A-4147-A177-3AD203B41FA5}">
                      <a16:colId xmlns:a16="http://schemas.microsoft.com/office/drawing/2014/main" val="1220583510"/>
                    </a:ext>
                  </a:extLst>
                </a:gridCol>
                <a:gridCol w="2566052">
                  <a:extLst>
                    <a:ext uri="{9D8B030D-6E8A-4147-A177-3AD203B41FA5}">
                      <a16:colId xmlns:a16="http://schemas.microsoft.com/office/drawing/2014/main" val="3893285391"/>
                    </a:ext>
                  </a:extLst>
                </a:gridCol>
                <a:gridCol w="2566052">
                  <a:extLst>
                    <a:ext uri="{9D8B030D-6E8A-4147-A177-3AD203B41FA5}">
                      <a16:colId xmlns:a16="http://schemas.microsoft.com/office/drawing/2014/main" val="1295038026"/>
                    </a:ext>
                  </a:extLst>
                </a:gridCol>
                <a:gridCol w="2566052">
                  <a:extLst>
                    <a:ext uri="{9D8B030D-6E8A-4147-A177-3AD203B41FA5}">
                      <a16:colId xmlns:a16="http://schemas.microsoft.com/office/drawing/2014/main" val="3869747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/>
                        <a:t>모델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F1-Score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AUPRC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86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CatBoost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0.9079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0.5595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0.5611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75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0.9021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0.5800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0.5953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59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LightGBM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0.8906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0.5464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0.6139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56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테마</vt:lpstr>
      <vt:lpstr>전자결제 사기 탐지를 위한 신뢰도·시간 가중치 결합 부스팅 모델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</cp:revision>
  <dcterms:created xsi:type="dcterms:W3CDTF">2026-06-04T01:56:40Z</dcterms:created>
  <dcterms:modified xsi:type="dcterms:W3CDTF">2026-06-04T05:33:49Z</dcterms:modified>
</cp:coreProperties>
</file>