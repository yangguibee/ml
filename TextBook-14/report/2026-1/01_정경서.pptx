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75" d="100"/>
          <a:sy n="75" d="100"/>
        </p:scale>
        <p:origin x="690" y="1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90E832-4760-4836-9882-821E7175882B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F7EE40-A10C-4207-BE53-24744DB74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701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F7EE40-A10C-4207-BE53-24744DB74D0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3750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FFE2CE-3835-1C9C-DC24-6C42899C9A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A8D7992-8518-B224-DF50-33342D299B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3BA172-2C53-6813-8EA6-99EAE519E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5133C-460B-46C4-A82B-AEC792EAD63E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1A1F21-B704-53FF-23F7-D6D400478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818803-C699-A756-DC84-C05F98733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EC8A5-C285-4B9F-A66C-2758307A4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2317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4A26C5-4B0C-33DD-7CB1-C8D2E9506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B36BEE-0D81-2D52-5527-5248CB835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3448C0-3143-9FDC-EBEC-D3CAC15BF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5133C-460B-46C4-A82B-AEC792EAD63E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105A4C-4037-13F6-7BE7-02DB4A0BF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937C37-135F-7D79-B7DF-5C4DF7B22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EC8A5-C285-4B9F-A66C-2758307A4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8293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9F89FC-EBF6-E4D8-DC32-E0F2C5290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B6D1F0-02D8-89FF-BBA0-EA6F4E1A1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BD74FE-412D-0E96-0E1A-70CD6FCA3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5133C-460B-46C4-A82B-AEC792EAD63E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AF5F0E-C20D-DBC2-5979-12F60C3FC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547B03-76DC-6D8A-2D9A-F82354D3B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EC8A5-C285-4B9F-A66C-2758307A4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281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593AF1-66E0-AF40-953F-B51E78638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ACD8EA-F238-FA83-C05E-9D6384E905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98CA946-3368-9219-F411-84C8F6D090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71AB86-F0F8-B14E-D819-6733E9BDC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5133C-460B-46C4-A82B-AEC792EAD63E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E8307C-324B-C2A6-4EFE-EC0B5B4D5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652546-AECC-530C-C9E4-FAFAF2301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EC8A5-C285-4B9F-A66C-2758307A4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561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4BEF05-7A76-A0BB-E34C-DC0D3E6CF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AA2FA9-BD07-B83D-C165-D804B2EC2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47A85BA-8426-F31D-BF8E-FB881AFFD5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3B81FF4-BBC5-CC7B-09A3-1484801D7D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9251C28-5C7A-E6D7-1E05-70BE4C7F9E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DF95CCF-E605-8B8B-B7DF-BCBF7A1A1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5133C-460B-46C4-A82B-AEC792EAD63E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E3B5AAC-802C-80A0-8E1E-984B2F447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700714B-A581-FBDC-9542-C2760A406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EC8A5-C285-4B9F-A66C-2758307A4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267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ABE49B-3013-2A94-29A5-E372E47D5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76DB60F-B11F-1144-4611-CEC4632BE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5133C-460B-46C4-A82B-AEC792EAD63E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FEC086-CB35-D0E4-F5EC-B66B0CFE7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79BA100-F87D-9109-E844-79ED024AB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EC8A5-C285-4B9F-A66C-2758307A4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739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2257F72-346B-E4C4-6730-A19D872EC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5133C-460B-46C4-A82B-AEC792EAD63E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BDE636A-A9C0-1C03-210E-2E696FCEF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B12ED0-EF51-6476-8D01-9A799013E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EC8A5-C285-4B9F-A66C-2758307A4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5079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E840AF-7B8A-C3DA-876A-5E88437BE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199322-B50C-81D9-9183-57EE0781C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B651A9D-52A3-3877-41C5-CA372B085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05ADB9D-95BB-468D-69CF-B21BD07EA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5133C-460B-46C4-A82B-AEC792EAD63E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3F34AA-6B0B-8E62-A9BC-6ADED1B28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C55BB1-108A-9511-1782-F5BCAF873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EC8A5-C285-4B9F-A66C-2758307A4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3516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7A79E4-4B0B-6C91-B155-F7EA4D1CB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5F996C4-6CCA-A7A1-6CC8-971FB6FF86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1125435-6013-129F-22EE-A3FF305943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384CD5F-03FA-5A6B-76B1-956E0789D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5133C-460B-46C4-A82B-AEC792EAD63E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7F27C65-1E4C-2A40-0C5D-30434C3CA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2A02578-80FC-11B4-186B-89603DE55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EC8A5-C285-4B9F-A66C-2758307A4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0054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E7ACDD-6924-2DDD-F28E-59FA116CE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DD17908-76A7-224C-F834-96D4396843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756DF8-B9B3-2809-AC5A-5751CA479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5133C-460B-46C4-A82B-AEC792EAD63E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E4812F-8184-3E15-B23D-67814F976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EA02CC-EA0B-127F-1AB6-F1BD87EC4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EC8A5-C285-4B9F-A66C-2758307A4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4773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6B73D66-076A-75D6-37E3-1549A479D7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66C782-9217-B5BD-92FC-7384CDDE7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49000D-4EB2-AA78-A954-4E76CF2EB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5133C-460B-46C4-A82B-AEC792EAD63E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EC4AC9-3077-1E75-FD20-2ADBCFB05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8E163A-4969-5AC5-3DF5-BC2AEBCCD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EC8A5-C285-4B9F-A66C-2758307A4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3788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50811F3-173A-A85B-B89C-BDF3D879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553A14-6C41-D45D-E5C3-A58948125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8118CC-343E-09E8-C0F3-8B6C091AF0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E5133C-460B-46C4-A82B-AEC792EAD63E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D0817E-219E-E7BD-2AA1-2FCF08BFEA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060392-E70C-CF11-6A54-EB3CF50107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2EC8A5-C285-4B9F-A66C-2758307A41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74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754DFD36-CDEA-4A58-ABEC-DA9CE2CB2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938B951-7EFC-40A2-B198-E73D39DFB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2E4506E-6A0E-49A0-BC31-8CADBFF3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EED4D51-65BF-4AEE-B596-7CB61A70B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D9D913FF-716E-8DC5-4BB5-74B557614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8281" y="145220"/>
            <a:ext cx="9215437" cy="530221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algn="ctr" latinLnBrk="0"/>
            <a:r>
              <a:rPr lang="ko-KR" altLang="en-US" sz="30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머신러닝을</a:t>
            </a:r>
            <a:r>
              <a:rPr lang="ko-KR" altLang="en-US" sz="3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활용한 내부 정보 유출 정황 탐지</a:t>
            </a:r>
          </a:p>
        </p:txBody>
      </p:sp>
      <p:pic>
        <p:nvPicPr>
          <p:cNvPr id="28" name="그림 27" descr="The image depicts a research summary and evaluation, showcasing the achievement of a 77.87% recall rate with a RandomForest algorithm on real-world data, emphasizing the practical application of security logs from 2.8 million instances, and the use of SHAP (Explainable AI) for transparent decision-making.&#10;&#10;AI 생성 콘텐츠는 정확하지 않을 수 있습니다.">
            <a:extLst>
              <a:ext uri="{FF2B5EF4-FFF2-40B4-BE49-F238E27FC236}">
                <a16:creationId xmlns:a16="http://schemas.microsoft.com/office/drawing/2014/main" id="{91044B8B-DDCF-3A82-21EC-0F275B21B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20662"/>
            <a:ext cx="12177565" cy="5892118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873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8</Words>
  <Application>Microsoft Office PowerPoint</Application>
  <PresentationFormat>와이드스크린</PresentationFormat>
  <Paragraphs>2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머신러닝을 활용한 내부 정보 유출 정황 탐지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jung kyungseo</dc:creator>
  <cp:lastModifiedBy>jung kyungseo</cp:lastModifiedBy>
  <cp:revision>1</cp:revision>
  <dcterms:created xsi:type="dcterms:W3CDTF">2026-05-31T10:41:59Z</dcterms:created>
  <dcterms:modified xsi:type="dcterms:W3CDTF">2026-05-31T11:09:02Z</dcterms:modified>
</cp:coreProperties>
</file>