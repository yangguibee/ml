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BD68CF-851D-DDB2-8D9B-1B378B49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2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3FA8DF-BEB9-E028-3C95-EEF3C2292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52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 JIMIN</cp:lastModifiedBy>
  <cp:revision>2</cp:revision>
  <dcterms:created xsi:type="dcterms:W3CDTF">2013-01-27T09:14:16Z</dcterms:created>
  <dcterms:modified xsi:type="dcterms:W3CDTF">2026-06-03T07:14:50Z</dcterms:modified>
  <cp:category/>
</cp:coreProperties>
</file>