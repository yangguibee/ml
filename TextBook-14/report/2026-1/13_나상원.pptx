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의류 판매량 장기 예측을 위한 트랜스포머 기반 시계열 예측 모델 (PatchTSDD)  |  이진우 외 8인 · 대한산업공학회지 · 2025.02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EDE9"/>
                </a:solidFill>
              </a:rPr>
              <a:t>리뷰 보고서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32461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7160" y="749808"/>
            <a:ext cx="32461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" y="7498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논문 개요 (1~4장 요약)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207008"/>
            <a:ext cx="256032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1168" y="12070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120700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왜 이 연구가 필요했나?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1168" y="1444752"/>
            <a:ext cx="3108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72A"/>
                </a:solidFill>
              </a:rPr>
              <a:t>의류는 원자재 주문 → 판매까지 약 6개월 리드타임이 필요하다. 계절·트렌드에 따라 판매량이 크게 오르내리고, 세일 이벤트 때 갑자기 폭등하는 특성이 있어 기존 AI 모델로는 정확한 장기 예측이 어려웠다.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01168" y="2167128"/>
            <a:ext cx="256032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01168" y="21671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" y="216712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47857"/>
                </a:solidFill>
              </a:rPr>
              <a:t>어떤 모델을 만들었나?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" y="2404872"/>
            <a:ext cx="3108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72A"/>
                </a:solidFill>
              </a:rPr>
              <a:t>PatchTSDD = PatchTST(트랜스포머) + Denoising Autoencoder(잡음 제거) + Timestamp Embedding(계절 정보) + DILATE 손실함수(급변동 대응). 세 가지 모듈을 순서대로 결합한 장기 예측 모델이다.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01168" y="3127248"/>
            <a:ext cx="256032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1168" y="31272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" y="312724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어떤 데이터를 썼나?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" y="3364992"/>
            <a:ext cx="3108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72A"/>
                </a:solidFill>
              </a:rPr>
              <a:t>한세실업 실제 레깅스 판매 데이터. 2020~2024년 221주, 83개 SKU(5부·7부·9부). 과거 24주 → 미래 24주 예측. 슬라이딩 윈도우 기법으로 수천 개 학습 샘플 생성.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01168" y="4087368"/>
            <a:ext cx="256032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01168" y="40873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" y="408736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모델 핵심 구조는?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1168" y="4325112"/>
            <a:ext cx="3108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F172A"/>
                </a:solidFill>
              </a:rPr>
              <a:t>① 디노이징으로 지저분한 판매 데이터 클리닝 → ② 월·주 정보를 숫자 벡터로 변환해 입력 → ③ 패치 단위로 묶어 트랜스포머 학습 → ④ 형태+타이밍 모두 맞추는 DILATE로 훈련.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520440" y="749808"/>
            <a:ext cx="54864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520440" y="749808"/>
            <a:ext cx="5486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11880" y="7498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5. 결론 및 평가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11880" y="11521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📊  실험 결과 — 11개 모델 비교에서 전체 1위 달성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93592" y="1444752"/>
            <a:ext cx="171907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593592" y="1444752"/>
            <a:ext cx="17190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66744" y="14996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Style A (5부)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MAE 향상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66744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▲ 41%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6744" y="1975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PatchTST 대비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404104" y="1444752"/>
            <a:ext cx="171907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404104" y="1444752"/>
            <a:ext cx="1719072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77256" y="14996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Style B (7부)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MAE 향상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477256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</a:rPr>
              <a:t>▲ 24%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77256" y="1975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PatchTST 대비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214616" y="1444752"/>
            <a:ext cx="1719072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214616" y="1444752"/>
            <a:ext cx="1719072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287768" y="14996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Style C (9부)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MAE 향상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87768" y="17739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</a:rPr>
              <a:t>▲ 13%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87768" y="1975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PatchTST 대비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593592" y="2340864"/>
            <a:ext cx="5340096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648456" y="2340864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400E"/>
                </a:solidFill>
              </a:rPr>
              <a:t>⚠  Timestamp 제거 시 전체 오차(WAPE) 약 63% 급등 → 계절 정보가 예측 정확도의 핵심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93592" y="2761488"/>
            <a:ext cx="5340096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611880" y="28163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💬  의류 업계 종사자 관점 평가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93592" y="3090672"/>
            <a:ext cx="2578608" cy="15727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3593592" y="3090672"/>
            <a:ext cx="257860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3593592" y="30906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✅  강점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66744" y="3401568"/>
            <a:ext cx="243230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532D"/>
                </a:solidFill>
              </a:rPr>
              <a:t>• 실제 기업(한세실업) 데이터 검증 → 현업 적용 가능성 높음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66744" y="3703320"/>
            <a:ext cx="243230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532D"/>
                </a:solidFill>
              </a:rPr>
              <a:t>• 기획 MD의 주관적 경험 의존에서 벗어나 수백 주치 판매 데이터를 직접 분석해 객관적 예측 기준선 제공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66744" y="4005072"/>
            <a:ext cx="243230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532D"/>
                </a:solidFill>
              </a:rPr>
              <a:t>• 계절성·잡음·급변동을 각 모듈이 독립적으로 담당 → 구조가 직관적이고 부분 도입 가능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666744" y="4306824"/>
            <a:ext cx="243230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532D"/>
                </a:solidFill>
              </a:rPr>
              <a:t>• 원자재 주문·생산 계획·재고 관리 의사결정에 직접 활용 가능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36792" y="3090672"/>
            <a:ext cx="2596896" cy="1572768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36792" y="3090672"/>
            <a:ext cx="2596896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336792" y="30906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⚠  한계 및 향후 과제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09944" y="3401568"/>
            <a:ext cx="2450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</a:rPr>
              <a:t>• 레깅스 단일 품목 실험 → 상의·아우터 등 다른 카테고리 일반화 불확실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09944" y="3703320"/>
            <a:ext cx="2450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</a:rPr>
              <a:t>• 데이터 비공개로 재현 실험 어려움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409944" y="4005072"/>
            <a:ext cx="2450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</a:rPr>
              <a:t>• SNS 트렌드·날씨·이벤트 등 외생 변수 미반영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409944" y="4306824"/>
            <a:ext cx="24505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1D1D"/>
                </a:solidFill>
              </a:rPr>
              <a:t>• 향후 외부 변수 통합 및 시계열 군집화 적용 시 성능 향상 기대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37160" y="4974336"/>
            <a:ext cx="8869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출처: DBpia (www.dbpia.co.kr) | 대한산업공학회지 | NODE12076352 | DOI: 10.7232/JKIIE.2025.51.1.048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415</Words>
  <Application>Microsoft Office PowerPoint</Application>
  <PresentationFormat>화면 슬라이드 쇼(16:9)</PresentationFormat>
  <Paragraphs>43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의류 판매량 장기 예측 트랜스포머 모델 리뷰</dc:title>
  <dc:subject>PptxGenJS Presentation</dc:subject>
  <dc:creator>PptxGenJS</dc:creator>
  <cp:lastModifiedBy>상원 나</cp:lastModifiedBy>
  <cp:revision>1</cp:revision>
  <dcterms:created xsi:type="dcterms:W3CDTF">2026-06-03T23:31:55Z</dcterms:created>
  <dcterms:modified xsi:type="dcterms:W3CDTF">2026-06-04T05:44:49Z</dcterms:modified>
</cp:coreProperties>
</file>