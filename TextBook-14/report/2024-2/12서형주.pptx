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44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67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4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94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11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4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495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5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9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04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60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F9276-5DC9-46FF-A69A-7F26FBBCF6E7}" type="datetimeFigureOut">
              <a:rPr lang="ko-KR" altLang="en-US" smtClean="0"/>
              <a:t>2024-10-08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409B8-9DF6-40A5-B51C-2FBB0D62E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95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0BE41-1F7D-0B6D-F70B-3AC98BF8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스쿼트</a:t>
            </a:r>
            <a:r>
              <a:rPr lang="ko-KR" altLang="en-US" dirty="0"/>
              <a:t> 동작의 유형에 따라 기계학습 모델을 이용한 분류 정확도 비교</a:t>
            </a:r>
            <a:r>
              <a:rPr lang="en-US" altLang="ko-KR" dirty="0"/>
              <a:t>: </a:t>
            </a:r>
            <a:r>
              <a:rPr lang="ko-KR" altLang="en-US" dirty="0"/>
              <a:t>정상</a:t>
            </a:r>
            <a:r>
              <a:rPr lang="en-US" altLang="ko-KR" dirty="0"/>
              <a:t>/</a:t>
            </a:r>
            <a:r>
              <a:rPr lang="ko-KR" altLang="en-US" dirty="0"/>
              <a:t>비정상 동작을 중심으로</a:t>
            </a:r>
            <a:r>
              <a:rPr lang="en-US" altLang="ko-KR" dirty="0"/>
              <a:t>(2024-08)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D9F8A-3859-56CE-1CC8-E69538EC0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altLang="ko-KR" dirty="0"/>
          </a:p>
          <a:p>
            <a:r>
              <a:rPr lang="ko-KR" altLang="en-US" dirty="0"/>
              <a:t>내용 </a:t>
            </a:r>
            <a:r>
              <a:rPr lang="en-US" altLang="ko-KR" dirty="0"/>
              <a:t>: </a:t>
            </a:r>
            <a:r>
              <a:rPr lang="ko-KR" altLang="en-US" dirty="0" err="1"/>
              <a:t>스쿼트</a:t>
            </a:r>
            <a:r>
              <a:rPr lang="ko-KR" altLang="en-US" dirty="0"/>
              <a:t> 동작을 분석하여 정상</a:t>
            </a:r>
            <a:r>
              <a:rPr lang="en-US" altLang="ko-KR" dirty="0"/>
              <a:t>, </a:t>
            </a:r>
            <a:r>
              <a:rPr lang="ko-KR" altLang="en-US" dirty="0"/>
              <a:t>비정상을 분류 하는 모델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장비 </a:t>
            </a:r>
            <a:r>
              <a:rPr lang="en-US" altLang="ko-KR" dirty="0"/>
              <a:t>: </a:t>
            </a:r>
            <a:r>
              <a:rPr lang="ko-KR" altLang="en-US" dirty="0"/>
              <a:t>적외선 카메라</a:t>
            </a:r>
            <a:r>
              <a:rPr lang="en-US" altLang="ko-KR" dirty="0"/>
              <a:t>, </a:t>
            </a:r>
            <a:r>
              <a:rPr lang="ko-KR" altLang="en-US" dirty="0"/>
              <a:t>관절관 분절에 총 </a:t>
            </a:r>
            <a:r>
              <a:rPr lang="en-US" altLang="ko-KR" dirty="0"/>
              <a:t>40</a:t>
            </a:r>
            <a:r>
              <a:rPr lang="ko-KR" altLang="en-US" dirty="0"/>
              <a:t>개의 반사 마커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기계학습 모델 </a:t>
            </a:r>
            <a:r>
              <a:rPr lang="en-US" altLang="ko-KR" dirty="0"/>
              <a:t>: </a:t>
            </a:r>
            <a:r>
              <a:rPr lang="ko-KR" altLang="en-US" dirty="0"/>
              <a:t>주성분 분석</a:t>
            </a:r>
            <a:r>
              <a:rPr lang="en-US" altLang="ko-KR" dirty="0"/>
              <a:t>, k-</a:t>
            </a:r>
            <a:r>
              <a:rPr lang="ko-KR" altLang="en-US" dirty="0"/>
              <a:t>최근접 이웃</a:t>
            </a:r>
            <a:r>
              <a:rPr lang="en-US" altLang="ko-KR" dirty="0"/>
              <a:t>, </a:t>
            </a:r>
            <a:r>
              <a:rPr lang="ko-KR" altLang="en-US" dirty="0"/>
              <a:t>로지스틱 회귀분석</a:t>
            </a:r>
            <a:r>
              <a:rPr lang="en-US" altLang="ko-KR" dirty="0"/>
              <a:t>, </a:t>
            </a:r>
            <a:r>
              <a:rPr lang="ko-KR" altLang="en-US" dirty="0"/>
              <a:t>서포트벡터 머신</a:t>
            </a:r>
            <a:r>
              <a:rPr lang="en-US" altLang="ko-KR" dirty="0"/>
              <a:t>, </a:t>
            </a:r>
            <a:r>
              <a:rPr lang="ko-KR" altLang="en-US" dirty="0"/>
              <a:t>랜덤 포레스트</a:t>
            </a:r>
            <a:r>
              <a:rPr lang="en-US" altLang="ko-KR" dirty="0"/>
              <a:t>, </a:t>
            </a:r>
            <a:r>
              <a:rPr lang="ko-KR" altLang="en-US" dirty="0"/>
              <a:t>의사결정나무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잘못된 동작으로 부상율을 줄여줄 수 있는 좋은 연구이지만 일상에서는 일반 카메라로 사용되므로 추가적인 연구가 필요하다고 느낌</a:t>
            </a:r>
          </a:p>
        </p:txBody>
      </p:sp>
    </p:spTree>
    <p:extLst>
      <p:ext uri="{BB962C8B-B14F-4D97-AF65-F5344CB8AC3E}">
        <p14:creationId xmlns:p14="http://schemas.microsoft.com/office/powerpoint/2010/main" val="1885950831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New_Simple01">
      <a:dk1>
        <a:sysClr val="windowText" lastClr="000000"/>
      </a:dk1>
      <a:lt1>
        <a:sysClr val="window" lastClr="FFFFFF"/>
      </a:lt1>
      <a:dk2>
        <a:srgbClr val="562B71"/>
      </a:dk2>
      <a:lt2>
        <a:srgbClr val="DFF0F7"/>
      </a:lt2>
      <a:accent1>
        <a:srgbClr val="6BA2DF"/>
      </a:accent1>
      <a:accent2>
        <a:srgbClr val="C0504D"/>
      </a:accent2>
      <a:accent3>
        <a:srgbClr val="9BBB59"/>
      </a:accent3>
      <a:accent4>
        <a:srgbClr val="8064A2"/>
      </a:accent4>
      <a:accent5>
        <a:srgbClr val="AA5E74"/>
      </a:accent5>
      <a:accent6>
        <a:srgbClr val="EF9031"/>
      </a:accent6>
      <a:hlink>
        <a:srgbClr val="FF0000"/>
      </a:hlink>
      <a:folHlink>
        <a:srgbClr val="92D05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TM10237555[[fn=심플 테마]]</Template>
  <TotalTime>12</TotalTime>
  <Words>78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Tw Cen MT</vt:lpstr>
      <vt:lpstr>Wingdings 3</vt:lpstr>
      <vt:lpstr>New_Simple01</vt:lpstr>
      <vt:lpstr>스쿼트 동작의 유형에 따라 기계학습 모델을 이용한 분류 정확도 비교: 정상/비정상 동작을 중심으로(2024-08)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스쿼트 동작의 유형에 따라 기계학습 모델을 이용한 분류 정확도 비교: 정상/비정상 동작을 중심으로(2024-08)</dc:title>
  <dc:creator>서형주(Hyeongju Seo) 수석 오리진컨설팅</dc:creator>
  <cp:lastModifiedBy>서형주(Hyeongju Seo) 수석 오리진컨설팅</cp:lastModifiedBy>
  <cp:revision>2</cp:revision>
  <dcterms:created xsi:type="dcterms:W3CDTF">2024-10-08T08:06:37Z</dcterms:created>
  <dcterms:modified xsi:type="dcterms:W3CDTF">2024-10-08T08:19:13Z</dcterms:modified>
</cp:coreProperties>
</file>