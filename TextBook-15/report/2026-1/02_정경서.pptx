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89957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81778"/>
          <a:stretch>
            <a:fillRect/>
          </a:stretch>
        </p:blipFill>
        <p:spPr>
          <a:xfrm>
            <a:off x="0" y="0"/>
            <a:ext cx="12191999" cy="124812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t="17680"/>
          <a:stretch>
            <a:fillRect/>
          </a:stretch>
        </p:blipFill>
        <p:spPr>
          <a:xfrm>
            <a:off x="0" y="1213304"/>
            <a:ext cx="12192000" cy="564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5059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0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한컴오피스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2026-06-05T12:23:54.348</dcterms:created>
  <dc:creator>wjdru</dc:creator>
  <cp:lastModifiedBy>wjdru</cp:lastModifiedBy>
  <dcterms:modified xsi:type="dcterms:W3CDTF">2026-06-05T12:35:32.360</dcterms:modified>
  <cp:revision>2</cp:revision>
  <cp:version>13.0.0.3457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