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23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85216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CycleGAN 최적화 리뷰  —  I'm Something of a Painter Myself  (Kaggle)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680960" y="0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ko-KR" sz="800" b="0" i="0" dirty="0">
                <a:solidFill>
                  <a:schemeClr val="bg1">
                    <a:lumMod val="85000"/>
                  </a:schemeClr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나상원(202676234)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01168" y="749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0"/>
                </a:solidFill>
              </a:rPr>
              <a:t>대회 개요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24128"/>
            <a:ext cx="2377440" cy="0"/>
          </a:xfrm>
          <a:prstGeom prst="line">
            <a:avLst/>
          </a:prstGeom>
          <a:noFill/>
          <a:ln w="1905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" y="10972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AI가 모네 화풍을 학습해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모네 스타일 이미지 7,000~10,000장 생성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1168" y="15179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모네 그림 300장  +  일반 사진 7,028장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평가지표: MiFID  (낮을수록 진짜 모네에 가까움)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168" y="1993392"/>
            <a:ext cx="237744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01168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0"/>
                </a:solidFill>
              </a:rPr>
              <a:t>GAN 이란?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2377440"/>
            <a:ext cx="1078992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01168" y="2395728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D40"/>
                </a:solidFill>
              </a:rPr>
              <a:t>생성자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1168" y="2633472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가짜 이미지 생성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(위조지폐범)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316736" y="26151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vs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2377440"/>
            <a:ext cx="932688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645920" y="23957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D40"/>
                </a:solidFill>
              </a:rPr>
              <a:t>판별자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45920" y="263347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진짜/가짜 구분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(경찰)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01168" y="3218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둘이 경쟁하며 점점 정교해짐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01168" y="3511296"/>
            <a:ext cx="237744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01168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0"/>
                </a:solidFill>
              </a:rPr>
              <a:t>CycleGAN 차이점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" y="3877056"/>
            <a:ext cx="237744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01168" y="3877056"/>
            <a:ext cx="45720" cy="731520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92608" y="391363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사진 → 모네풍 → 다시 원본 복원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→ 원본과 같아야 함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11827"/>
                </a:solidFill>
              </a:rPr>
              <a:t>→ 스타일은 바꾸되 구도·형태는 유지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2871216" y="74980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0"/>
                </a:solidFill>
              </a:rPr>
              <a:t>최적화 방법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71216" y="1024128"/>
            <a:ext cx="3968496" cy="0"/>
          </a:xfrm>
          <a:prstGeom prst="line">
            <a:avLst/>
          </a:prstGeom>
          <a:noFill/>
          <a:ln w="1905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871216" y="1115568"/>
            <a:ext cx="3968496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871216" y="1115568"/>
            <a:ext cx="45720" cy="987552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962656" y="11704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A6F"/>
                </a:solidFill>
              </a:rPr>
              <a:t>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데이터 증강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1408176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A7A6F"/>
                </a:solidFill>
              </a:rPr>
              <a:t>Differentiable Augmentation (DiffAugment)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944368" y="1609344"/>
            <a:ext cx="382219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944368" y="16459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문제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944368" y="17922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모네 그림 300장뿐 → AI가 통째로 외워버림 → 과적합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261104" y="16459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해결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261104" y="17922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회전·반전·색상 변환으로 수천 가지 버전 생성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577840" y="16459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효과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577840" y="179222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MiFID 가장 큰 폭 개선  —  3가지 중 핵심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2871216" y="2176272"/>
            <a:ext cx="3968496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871216" y="2176272"/>
            <a:ext cx="45720" cy="987552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962656" y="22311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A6F"/>
                </a:solidFill>
              </a:rPr>
              <a:t>02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10128" y="2231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손실함수 조정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10128" y="2468880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A7A6F"/>
                </a:solidFill>
              </a:rPr>
              <a:t>Cycle Loss λ=10  +  Identity Loss 추가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944368" y="2670048"/>
            <a:ext cx="382219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2944368" y="270662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문제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44368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기본 GAN은 '모네처럼만 보이면 OK' → 원본 구도 흐트러짐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4261104" y="270662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해결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261104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원본 복원 압박 강화 → 스타일 변환 + 원본 보존 동시 달성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5577840" y="270662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효과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577840" y="28529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자연스러운 모네풍  /  원본 구도·형태 유지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871216" y="3236976"/>
            <a:ext cx="3968496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871216" y="3236976"/>
            <a:ext cx="45720" cy="987552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2962656" y="32918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A6F"/>
                </a:solidFill>
              </a:rPr>
              <a:t>03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10128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40"/>
                </a:solidFill>
              </a:rPr>
              <a:t>이중 판별자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10128" y="3529584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A7A6F"/>
                </a:solidFill>
              </a:rPr>
              <a:t>Dual Discriminator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944368" y="3730752"/>
            <a:ext cx="382219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2944368" y="37673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문제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944368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판별자 1개 → 색감·붓터치·구도 동시 검증 어려움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4261104" y="37673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해결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261104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판별자 2개로 늘려 각각 다른 기준 평가 → 더 까다로운 심사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5577840" y="376732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B7280"/>
                </a:solidFill>
              </a:rPr>
              <a:t>효과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577840" y="39136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11827"/>
                </a:solidFill>
              </a:rPr>
              <a:t>상위권 MiFID 달성  /  정교하고 다양한 이미지 생성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6949440" y="74980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40"/>
                </a:solidFill>
              </a:rPr>
              <a:t>결론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49440" y="1024128"/>
            <a:ext cx="2048256" cy="0"/>
          </a:xfrm>
          <a:prstGeom prst="line">
            <a:avLst/>
          </a:prstGeom>
          <a:noFill/>
          <a:ln w="1905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949440" y="1115568"/>
            <a:ext cx="2048256" cy="512064"/>
          </a:xfrm>
          <a:prstGeom prst="rect">
            <a:avLst/>
          </a:prstGeom>
          <a:solidFill>
            <a:srgbClr val="F7F7F5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7040880" y="117043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기본 CycleGAN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040880" y="137160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MiFID ~60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7882128" y="16276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5E7EB"/>
                </a:solidFill>
              </a:rPr>
              <a:t>↓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949440" y="1755648"/>
            <a:ext cx="20482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949440" y="1755648"/>
            <a:ext cx="45720" cy="512064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040880" y="181051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D40"/>
                </a:solidFill>
              </a:rPr>
              <a:t>① 데이터 증강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7040880" y="201168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A7A6F"/>
                </a:solidFill>
              </a:rPr>
              <a:t>MiFID 큰 폭 ↓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7882128" y="22677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5E7EB"/>
                </a:solidFill>
              </a:rPr>
              <a:t>↓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949440" y="2395728"/>
            <a:ext cx="20482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6949440" y="2395728"/>
            <a:ext cx="45720" cy="512064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7040880" y="245059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D40"/>
                </a:solidFill>
              </a:rPr>
              <a:t>② 손실함수 조정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040880" y="265176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A7A6F"/>
                </a:solidFill>
              </a:rPr>
              <a:t>구도 보존 ↑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7882128" y="290779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5E7EB"/>
                </a:solidFill>
              </a:rPr>
              <a:t>↓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949440" y="3035808"/>
            <a:ext cx="20482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6949440" y="3035808"/>
            <a:ext cx="45720" cy="512064"/>
          </a:xfrm>
          <a:prstGeom prst="rect">
            <a:avLst/>
          </a:prstGeom>
          <a:solidFill>
            <a:srgbClr val="2A7A6F"/>
          </a:solidFill>
          <a:ln w="12700">
            <a:solidFill>
              <a:srgbClr val="2A7A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7040880" y="309067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D40"/>
                </a:solidFill>
              </a:rPr>
              <a:t>③ 이중 판별자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040880" y="329184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2A7A6F"/>
                </a:solidFill>
              </a:rPr>
              <a:t>상위권 MiFID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6949440" y="3730752"/>
            <a:ext cx="2048256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6949440" y="380390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D40"/>
                </a:solidFill>
              </a:rPr>
              <a:t>핵심 인사이트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949440" y="407822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—  데이터 수보다 활용 방법이 중요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6949440" y="435254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—  3가지 조합할수록 단계적 향상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6949440" y="462686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280"/>
                </a:solidFill>
              </a:rPr>
              <a:t>—  상시 대회 — 지금도 실험 진행 중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201168" y="4974336"/>
            <a:ext cx="87416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201168" y="4992624"/>
            <a:ext cx="8741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</a:rPr>
              <a:t>kaggle.com/competitions/gan-getting-started  |  방법1: 완료된 챌린지 모델 최적화 리뷰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화면 슬라이드 쇼(16:9)</PresentationFormat>
  <Paragraphs>66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상원 나</cp:lastModifiedBy>
  <cp:revision>2</cp:revision>
  <dcterms:created xsi:type="dcterms:W3CDTF">2026-06-10T14:46:57Z</dcterms:created>
  <dcterms:modified xsi:type="dcterms:W3CDTF">2026-06-11T01:56:33Z</dcterms:modified>
</cp:coreProperties>
</file>